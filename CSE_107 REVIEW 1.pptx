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69" r:id="rId3"/>
    <p:sldId id="257" r:id="rId4"/>
    <p:sldId id="274" r:id="rId5"/>
    <p:sldId id="275" r:id="rId6"/>
    <p:sldId id="273" r:id="rId7"/>
    <p:sldId id="276" r:id="rId8"/>
    <p:sldId id="272" r:id="rId9"/>
    <p:sldId id="277" r:id="rId10"/>
    <p:sldId id="268" r:id="rId11"/>
    <p:sldId id="270" r:id="rId12"/>
    <p:sldId id="265" r:id="rId13"/>
    <p:sldId id="266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939560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C1C9235C-2ED9-9961-3B5C-3FCA4CB62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0C6C94B1-DDF9-D63F-769F-FB18A6D8FC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97ECF6D9-0A96-C648-C92C-841D5AFBFB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981503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36789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2400" dirty="0"/>
              <a:t>Student Innovation :</a:t>
            </a:r>
            <a:br>
              <a:rPr lang="en-US" sz="2400" dirty="0"/>
            </a:br>
            <a:r>
              <a:rPr lang="en-US" sz="2400" dirty="0"/>
              <a:t>“Interactive Smart Education Portal with Aptitude Quizzes, and Memory Games”</a:t>
            </a: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 CSE_107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Ms. Kalpana K </a:t>
            </a:r>
            <a:r>
              <a:rPr lang="en-GB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Harish</a:t>
            </a:r>
            <a:endParaRPr lang="en-GB" sz="17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CSE7101-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Capstone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Review-1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 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Asif Mohammed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US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1800" b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Jayavadivel</a:t>
            </a:r>
            <a:r>
              <a:rPr lang="en-US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Ravi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Sampath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K , 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Geetha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pic>
        <p:nvPicPr>
          <p:cNvPr id="2" name="table">
            <a:extLst>
              <a:ext uri="{FF2B5EF4-FFF2-40B4-BE49-F238E27FC236}">
                <a16:creationId xmlns:a16="http://schemas.microsoft.com/office/drawing/2014/main" id="{826282D4-9F06-3D06-0484-41B4BD5447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761" y="2513340"/>
            <a:ext cx="5694014" cy="210487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 PSCS_240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indent="-190500" algn="just">
              <a:spcBef>
                <a:spcPts val="0"/>
              </a:spcBef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Organization: </a:t>
            </a:r>
            <a:r>
              <a:rPr lang="en-US" sz="1800" dirty="0"/>
              <a:t>AICTE, MIC-Student Innovation 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Category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: Software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Problem Description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sz="2000" dirty="0"/>
              <a:t>Smart Education, a Concept that Describes learning in digital age.it enables learner to learn more effectively, efficiently, flexibly and comfortably. 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466273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Background and Related work for title Selection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Innovation or Novel Contributions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Git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-hub Link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762000" y="490005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466273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5240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123B97-BC00-6AC1-7E43-C0CB79A5DA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689" y="1566314"/>
            <a:ext cx="9102903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 a fun and engaging web app for children’s learning.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only HTML, CSS, and JavaScript.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Make it ad-free, easy to use, and work on any device.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Combine aptitude quizzes and memory games in one platform.</a:t>
            </a:r>
          </a:p>
        </p:txBody>
      </p:sp>
    </p:spTree>
    <p:extLst>
      <p:ext uri="{BB962C8B-B14F-4D97-AF65-F5344CB8AC3E}">
        <p14:creationId xmlns:p14="http://schemas.microsoft.com/office/powerpoint/2010/main" val="2637979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4AF452CB-C65A-F821-5942-115BC6A86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74FFCF1A-ABFE-9091-62B3-5C1BE05D7E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2000" y="490005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Background and Related work for title Selection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>
            <a:extLst>
              <a:ext uri="{FF2B5EF4-FFF2-40B4-BE49-F238E27FC236}">
                <a16:creationId xmlns:a16="http://schemas.microsoft.com/office/drawing/2014/main" id="{B0E933E8-2705-C392-85CC-F3082DF4DF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55782" y="1466273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5240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881390-D8C0-C51C-AC06-5B1986D33D3D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145084" y="2889751"/>
            <a:ext cx="8995508" cy="2369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E4F80913-62D9-5F7D-54E1-5D33701EA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218" y="1358551"/>
            <a:ext cx="12048161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 Education uses technology to make learning easier, faster, and more interesting.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Popular platforms like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Byju’s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Quizizz, and Lumosity focus on either academic quizzes or games.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Many existing tools need payment, internet, or separate apps for different skills.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Our project combines aptitude learning and memory games in one free, browser-based platform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29524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b="1" dirty="0"/>
              <a:t>User Perspective:</a:t>
            </a:r>
            <a:endParaRPr lang="en-US" dirty="0"/>
          </a:p>
          <a:p>
            <a:r>
              <a:rPr lang="en-US" dirty="0"/>
              <a:t>Target users: Children aged 8–14.</a:t>
            </a:r>
          </a:p>
          <a:p>
            <a:r>
              <a:rPr lang="en-US" dirty="0"/>
              <a:t>Need: Fun, interactive, and ad-free learning.</a:t>
            </a:r>
          </a:p>
          <a:p>
            <a:r>
              <a:rPr lang="en-US" dirty="0"/>
              <a:t>Problem: No single free platform that mixes aptitude quizzes and memory games.</a:t>
            </a:r>
          </a:p>
          <a:p>
            <a:r>
              <a:rPr lang="en-US" b="1" dirty="0"/>
              <a:t>Technical Perspective:</a:t>
            </a:r>
            <a:endParaRPr lang="en-US" dirty="0"/>
          </a:p>
          <a:p>
            <a:r>
              <a:rPr lang="en-US" dirty="0"/>
              <a:t>Challenge: High interactivity without using frameworks.</a:t>
            </a:r>
          </a:p>
          <a:p>
            <a:r>
              <a:rPr lang="en-US" dirty="0"/>
              <a:t>Solution: Use HTML, CSS, and JavaScript for all features.</a:t>
            </a:r>
          </a:p>
          <a:p>
            <a:r>
              <a:rPr lang="en-US" dirty="0"/>
              <a:t>Store progress using </a:t>
            </a:r>
            <a:r>
              <a:rPr lang="en-US" dirty="0" err="1"/>
              <a:t>LocalStorage</a:t>
            </a:r>
            <a:r>
              <a:rPr lang="en-US" dirty="0"/>
              <a:t> for offline use.</a:t>
            </a:r>
          </a:p>
          <a:p>
            <a:r>
              <a:rPr lang="en-US" dirty="0"/>
              <a:t>Ensure responsive design for mobile, tablet, and desktop.</a:t>
            </a: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11AB2-C080-A1C7-29B8-673E071ED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60E22C-6BD6-3E51-C139-F5BFABFF41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IN" b="1" dirty="0"/>
              <a:t>Technology Stack Components:</a:t>
            </a:r>
          </a:p>
          <a:p>
            <a:endParaRPr lang="en-IN" dirty="0"/>
          </a:p>
          <a:p>
            <a:r>
              <a:rPr lang="en-IN" b="1" dirty="0"/>
              <a:t>HTML5</a:t>
            </a:r>
            <a:r>
              <a:rPr lang="en-IN" dirty="0"/>
              <a:t> – Structure of pages.</a:t>
            </a:r>
          </a:p>
          <a:p>
            <a:r>
              <a:rPr lang="en-IN" b="1" dirty="0"/>
              <a:t>CSS3</a:t>
            </a:r>
            <a:r>
              <a:rPr lang="en-IN" dirty="0"/>
              <a:t> – Styling, </a:t>
            </a:r>
            <a:r>
              <a:rPr lang="en-IN" dirty="0" err="1"/>
              <a:t>colors</a:t>
            </a:r>
            <a:r>
              <a:rPr lang="en-IN" dirty="0"/>
              <a:t>, and animations.</a:t>
            </a:r>
          </a:p>
          <a:p>
            <a:r>
              <a:rPr lang="en-IN" b="1" dirty="0"/>
              <a:t>JavaScript (ES6)</a:t>
            </a:r>
            <a:r>
              <a:rPr lang="en-IN" dirty="0"/>
              <a:t> – Quiz logic, game controls, and adaptive difficulty.</a:t>
            </a:r>
          </a:p>
          <a:p>
            <a:r>
              <a:rPr lang="en-IN" b="1" dirty="0"/>
              <a:t>Local Storage</a:t>
            </a:r>
            <a:r>
              <a:rPr lang="en-IN" dirty="0"/>
              <a:t> – Save scores and progress offline.</a:t>
            </a:r>
          </a:p>
          <a:p>
            <a:r>
              <a:rPr lang="en-IN" b="1" dirty="0"/>
              <a:t>Images/Audio</a:t>
            </a:r>
            <a:r>
              <a:rPr lang="en-IN" dirty="0"/>
              <a:t> – For visuals and engagement.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8742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IN" b="1" dirty="0"/>
              <a:t>Software Requirements:</a:t>
            </a:r>
            <a:endParaRPr lang="en-IN" dirty="0"/>
          </a:p>
          <a:p>
            <a:r>
              <a:rPr lang="en-IN" dirty="0"/>
              <a:t>Any modern web browser (Chrome, Firefox, Edge).</a:t>
            </a:r>
          </a:p>
          <a:p>
            <a:r>
              <a:rPr lang="en-IN" dirty="0"/>
              <a:t>Runs locally or online without extra software.</a:t>
            </a:r>
          </a:p>
          <a:p>
            <a:r>
              <a:rPr lang="en-IN" dirty="0"/>
              <a:t>Lightweight for quick loading.</a:t>
            </a:r>
          </a:p>
          <a:p>
            <a:r>
              <a:rPr lang="en-IN" b="1" dirty="0"/>
              <a:t>Hardware Requirements:</a:t>
            </a:r>
            <a:endParaRPr lang="en-IN" dirty="0"/>
          </a:p>
          <a:p>
            <a:r>
              <a:rPr lang="en-IN" dirty="0"/>
              <a:t>Minimum: 2 GB RAM, Dual-core processor.</a:t>
            </a:r>
          </a:p>
          <a:p>
            <a:r>
              <a:rPr lang="en-IN" dirty="0"/>
              <a:t>Works on laptop, tablet, or smartphone.</a:t>
            </a:r>
          </a:p>
          <a:p>
            <a:r>
              <a:rPr lang="en-IN" dirty="0"/>
              <a:t>Supports touch, keyboard, and mouse input.</a:t>
            </a: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8832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E8E81-07CF-A22C-1E11-BC1CCB7D2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Innovation or Novel Contributions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393CCAA-0223-D948-226E-B134BC0B01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69870" y="1222832"/>
            <a:ext cx="10402708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Puzzle-based login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make sign-in fun and interactive.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Surprise brain boosters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between quiz rounds to keep learners active.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Adaptive difficulty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changes based on the student’s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Offline progress saving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Local Storage.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 quiz creation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option for parents and teachers without coding.</a:t>
            </a:r>
          </a:p>
        </p:txBody>
      </p:sp>
    </p:spTree>
    <p:extLst>
      <p:ext uri="{BB962C8B-B14F-4D97-AF65-F5344CB8AC3E}">
        <p14:creationId xmlns:p14="http://schemas.microsoft.com/office/powerpoint/2010/main" val="1102899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558800" y="9906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b="1" dirty="0" err="1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Github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Link: 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https://github.com/capstoneteam107/capstone107.git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5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071FDB-8FD2-75B5-A208-A84A7CB725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902" y="1600196"/>
            <a:ext cx="10520736" cy="4841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52400" indent="0"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marL="152400" indent="0"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AA969E-6331-AE1E-CE6E-EE14191173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832" y="1589721"/>
            <a:ext cx="10722052" cy="433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609600" indent="-457200">
              <a:buAutoNum type="arabicPeriod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Cook, D. A. (2007). Web-based learning: pros, cons and controversies. Clinical Medicine, 7(1), 37-42</a:t>
            </a:r>
          </a:p>
          <a:p>
            <a:pPr marL="609600" indent="-457200">
              <a:buAutoNum type="arabicPeriod"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609600" indent="-457200">
              <a:buAutoNum type="arabicPeriod"/>
            </a:pP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Vlachopoulos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, D., &amp;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Makri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, A. (2017). The effect of games and simulations on higher education: a systematic literature review. International Journal of Educational Technology in Higher Education, 14(1).</a:t>
            </a:r>
          </a:p>
          <a:p>
            <a:pPr marL="609600" indent="-457200">
              <a:buAutoNum type="arabicPeriod"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609600" indent="-457200">
              <a:buAutoNum type="arabicPeriod"/>
            </a:pP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Kefalis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, C., &amp;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Drigas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, A. (2019). Web Based and Online Applications in STEM Education. International Journal of Engineering Pedagogy, 9(4), 123-135</a:t>
            </a:r>
          </a:p>
          <a:p>
            <a:pPr marL="609600" indent="-457200">
              <a:buAutoNum type="arabicPeriod"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609600" indent="-457200">
              <a:buAutoNum type="arabicPeriod"/>
            </a:pP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Drigas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, A., &amp;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Karyotaki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, M. (2016). Online and other ICT-based Training Tools for Problem-solving Skills. International Journal of Interactive Mobile Technologies, 11(6).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</TotalTime>
  <Words>670</Words>
  <Application>Microsoft Office PowerPoint</Application>
  <PresentationFormat>Widescreen</PresentationFormat>
  <Paragraphs>110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Bookman Old Style</vt:lpstr>
      <vt:lpstr>Cambria</vt:lpstr>
      <vt:lpstr>Verdana</vt:lpstr>
      <vt:lpstr>Wingdings</vt:lpstr>
      <vt:lpstr>Bioinformatics</vt:lpstr>
      <vt:lpstr>Student Innovation : “Interactive Smart Education Portal with Aptitude Quizzes, and Memory Games”</vt:lpstr>
      <vt:lpstr>Problem Statement Number:  PSCS_240 </vt:lpstr>
      <vt:lpstr>Content</vt:lpstr>
      <vt:lpstr>Objectives </vt:lpstr>
      <vt:lpstr>Background and Related work for title Selection  </vt:lpstr>
      <vt:lpstr>Analysis of Problem Statement</vt:lpstr>
      <vt:lpstr>Analysis of Problem Statement</vt:lpstr>
      <vt:lpstr>Analysis of Problem Statement (contd...)</vt:lpstr>
      <vt:lpstr>Innovation or Novel Contributions</vt:lpstr>
      <vt:lpstr>Github Link</vt:lpstr>
      <vt:lpstr>Timeline of the Project (Gantt Chart)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Welcome</cp:lastModifiedBy>
  <cp:revision>43</cp:revision>
  <dcterms:modified xsi:type="dcterms:W3CDTF">2025-11-30T02:14:57Z</dcterms:modified>
</cp:coreProperties>
</file>