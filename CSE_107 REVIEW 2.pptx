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9" r:id="rId3"/>
    <p:sldId id="257" r:id="rId4"/>
    <p:sldId id="274" r:id="rId5"/>
    <p:sldId id="275" r:id="rId6"/>
    <p:sldId id="273" r:id="rId7"/>
    <p:sldId id="276" r:id="rId8"/>
    <p:sldId id="278" r:id="rId9"/>
    <p:sldId id="272" r:id="rId10"/>
    <p:sldId id="277" r:id="rId11"/>
    <p:sldId id="268" r:id="rId12"/>
    <p:sldId id="270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23" autoAdjust="0"/>
    <p:restoredTop sz="94660"/>
  </p:normalViewPr>
  <p:slideViewPr>
    <p:cSldViewPr snapToGrid="0">
      <p:cViewPr varScale="1">
        <p:scale>
          <a:sx n="68" d="100"/>
          <a:sy n="68" d="100"/>
        </p:scale>
        <p:origin x="66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C1C9235C-2ED9-9961-3B5C-3FCA4CB62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0C6C94B1-DDF9-D63F-769F-FB18A6D8F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97ECF6D9-0A96-C648-C92C-841D5AFBFB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8150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pgn5wpza1S61CYRRt95OvG8sipjwkK2T/edit?usp=sharing&amp;ouid=111267776938304797740&amp;rtpof=true&amp;sd=tru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/>
              <a:t>Student Innovation :</a:t>
            </a:r>
            <a:br>
              <a:rPr lang="en-US" sz="2400" dirty="0"/>
            </a:br>
            <a:r>
              <a:rPr lang="en-US" sz="2400" dirty="0"/>
              <a:t>“Interactive Smart Education Portal with Aptitude Quizzes, and Memory Games”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CSE_107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Kalpana K 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Harish</a:t>
            </a:r>
            <a:endParaRPr lang="en-GB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Jayavadivel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Ravi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pic>
        <p:nvPicPr>
          <p:cNvPr id="2" name="table">
            <a:extLst>
              <a:ext uri="{FF2B5EF4-FFF2-40B4-BE49-F238E27FC236}">
                <a16:creationId xmlns:a16="http://schemas.microsoft.com/office/drawing/2014/main" id="{826282D4-9F06-3D06-0484-41B4BD544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43" y="2429029"/>
            <a:ext cx="5694014" cy="21048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 PSCS_240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190500" algn="just"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US" sz="1800" dirty="0"/>
              <a:t>AICTE, MIC-Student Innovation 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000" dirty="0"/>
              <a:t>Smart Education, a Concept that Describes learning in digital age.it enables learner to learn more effectively, efficiently, flexibly and comfortably. 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393700" y="1181100"/>
            <a:ext cx="11430000" cy="50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Proposed method  and feasibility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Software Details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4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762000" y="490005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dirty="0"/>
              <a:t>Abstract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123B97-BC00-6AC1-7E43-C0CB79A5D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689" y="1258545"/>
            <a:ext cx="910290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Interactive education portal for students</a:t>
            </a:r>
          </a:p>
          <a:p>
            <a:endParaRPr lang="en-US" sz="2000" dirty="0"/>
          </a:p>
          <a:p>
            <a:r>
              <a:rPr lang="en-US" sz="2400" dirty="0"/>
              <a:t>Combines aptitude quizzes and memory games in a single platform</a:t>
            </a:r>
          </a:p>
          <a:p>
            <a:endParaRPr lang="en-US" sz="2000" dirty="0"/>
          </a:p>
          <a:p>
            <a:r>
              <a:rPr lang="en-US" sz="2400" dirty="0"/>
              <a:t>Improve logical reasoning and memory power in an engaging way</a:t>
            </a:r>
          </a:p>
          <a:p>
            <a:endParaRPr lang="en-US" sz="2000" dirty="0"/>
          </a:p>
          <a:p>
            <a:r>
              <a:rPr lang="en-US" sz="2400" dirty="0"/>
              <a:t>Lightweight, simple, browser-based</a:t>
            </a: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AF452CB-C65A-F821-5942-115BC6A86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74FFCF1A-ABFE-9091-62B3-5C1BE05D7E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8218" y="807033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dirty="0"/>
              <a:t>Objectives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B0E933E8-2705-C392-85CC-F3082DF4DF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881390-D8C0-C51C-AC06-5B1986D33D3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45084" y="2889751"/>
            <a:ext cx="8995508" cy="23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4F80913-62D9-5F7D-54E1-5D33701EA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18" y="1317779"/>
            <a:ext cx="1204816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Create a fun and engaging web app for children’s learning.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Use only HTML, CSS, and JavaScript.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Make it ad-free, easy to use, and work on any device.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Combine aptitude quizzes and memory games in one platform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9524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/>
              <a:t>Literature Survey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IN" dirty="0"/>
              <a:t>Literature Table: </a:t>
            </a:r>
            <a:r>
              <a:rPr lang="en-IN" dirty="0">
                <a:hlinkClick r:id="rId3"/>
              </a:rPr>
              <a:t>HERE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11AB2-C080-A1C7-29B8-673E071ED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 &amp; Feasibility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0E22C-6BD6-3E51-C139-F5BFABFF4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Develop a </a:t>
            </a:r>
            <a:r>
              <a:rPr lang="en-IN" b="1" dirty="0"/>
              <a:t>Teacher–Student Web Application</a:t>
            </a:r>
            <a:r>
              <a:rPr lang="en-IN" dirty="0"/>
              <a:t> with two login roles.</a:t>
            </a:r>
          </a:p>
          <a:p>
            <a:endParaRPr lang="en-IN" dirty="0"/>
          </a:p>
          <a:p>
            <a:r>
              <a:rPr lang="en-IN" b="1" dirty="0"/>
              <a:t>Teacher</a:t>
            </a:r>
            <a:r>
              <a:rPr lang="en-IN" dirty="0"/>
              <a:t>: Upload notes, create quizzes.</a:t>
            </a:r>
          </a:p>
          <a:p>
            <a:endParaRPr lang="en-IN" dirty="0"/>
          </a:p>
          <a:p>
            <a:r>
              <a:rPr lang="en-IN" b="1" dirty="0"/>
              <a:t>Student</a:t>
            </a:r>
            <a:r>
              <a:rPr lang="en-IN" dirty="0"/>
              <a:t>: Access notes, attempt quizzes.</a:t>
            </a:r>
          </a:p>
          <a:p>
            <a:endParaRPr lang="en-IN" dirty="0"/>
          </a:p>
          <a:p>
            <a:r>
              <a:rPr lang="en-IN" b="1" dirty="0"/>
              <a:t>Quiz Engine</a:t>
            </a:r>
            <a:r>
              <a:rPr lang="en-IN" dirty="0"/>
              <a:t>: Evaluate scores automatically.</a:t>
            </a:r>
          </a:p>
          <a:p>
            <a:endParaRPr lang="en-IN" dirty="0"/>
          </a:p>
          <a:p>
            <a:r>
              <a:rPr lang="en-IN" b="1" dirty="0"/>
              <a:t>Game Unlock Logic</a:t>
            </a:r>
            <a:r>
              <a:rPr lang="en-IN" dirty="0"/>
              <a:t>: Students scoring ≥ </a:t>
            </a:r>
            <a:r>
              <a:rPr lang="en-IN" dirty="0" smtClean="0"/>
              <a:t>6/10 </a:t>
            </a:r>
            <a:r>
              <a:rPr lang="en-IN" dirty="0"/>
              <a:t>unlock mini learning games (memory, word game, puzzle).</a:t>
            </a:r>
          </a:p>
          <a:p>
            <a:pPr marL="76200" indent="0">
              <a:buNone/>
            </a:pPr>
            <a:endParaRPr lang="en-IN" dirty="0"/>
          </a:p>
          <a:p>
            <a:r>
              <a:rPr lang="en-IN" dirty="0"/>
              <a:t>Use </a:t>
            </a:r>
            <a:r>
              <a:rPr lang="en-IN" b="1" dirty="0"/>
              <a:t>HTML, CSS, JavaScript </a:t>
            </a:r>
            <a:r>
              <a:rPr lang="en-IN" dirty="0"/>
              <a:t>for development.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8742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86A4F-9816-BB0B-4AB1-B3603D1F8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D0BE1-046C-B187-77EB-8ACBA5A5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 &amp; Feasibility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5A7F4-D57A-682C-D51F-B7AF7640F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 </a:t>
            </a:r>
            <a:r>
              <a:rPr lang="en-IN" b="1" dirty="0"/>
              <a:t>Technical Feasibility</a:t>
            </a:r>
            <a:r>
              <a:rPr lang="en-IN" dirty="0"/>
              <a:t> – Open-source technologies make implementation possible.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 </a:t>
            </a:r>
            <a:r>
              <a:rPr lang="en-IN" b="1" dirty="0"/>
              <a:t>Economic Feasibility</a:t>
            </a:r>
            <a:r>
              <a:rPr lang="en-IN" dirty="0"/>
              <a:t> – Low-cost development, no expensive licenses.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 </a:t>
            </a:r>
            <a:r>
              <a:rPr lang="en-IN" b="1" dirty="0"/>
              <a:t>Operational Feasibility</a:t>
            </a:r>
            <a:r>
              <a:rPr lang="en-IN" dirty="0"/>
              <a:t> – Simple UI ensures easy adoption by teachers and students.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 </a:t>
            </a:r>
            <a:r>
              <a:rPr lang="en-IN" b="1" dirty="0"/>
              <a:t>Time Feasibility</a:t>
            </a:r>
            <a:r>
              <a:rPr lang="en-IN" dirty="0"/>
              <a:t> – Can be implemented in phased development (login → notes → quiz → games</a:t>
            </a:r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8033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/>
              <a:t>Architecture Diagram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endParaRPr lang="en-US" sz="2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393" y="787399"/>
            <a:ext cx="3698489" cy="55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E8E81-07CF-A22C-1E11-BC1CCB7D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Software Details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93CCAA-0223-D948-226E-B134BC0B01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80918" y="1031329"/>
            <a:ext cx="10402708" cy="566308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dirty="0"/>
              <a:t>HTML, CSS, JavaScript</a:t>
            </a:r>
          </a:p>
          <a:p>
            <a:r>
              <a:rPr lang="en-IN" dirty="0"/>
              <a:t>Any modern web browser (Chrome, Firefox, Edge).</a:t>
            </a:r>
          </a:p>
          <a:p>
            <a:r>
              <a:rPr lang="en-IN" dirty="0"/>
              <a:t>Runs locally or online without extra software.</a:t>
            </a:r>
          </a:p>
          <a:p>
            <a:r>
              <a:rPr lang="en-IN" dirty="0"/>
              <a:t>Lightweight for quick loading</a:t>
            </a:r>
          </a:p>
          <a:p>
            <a:endParaRPr lang="en-US" dirty="0"/>
          </a:p>
          <a:p>
            <a:r>
              <a:rPr lang="en-IN" b="1" dirty="0"/>
              <a:t>Modules</a:t>
            </a:r>
          </a:p>
          <a:p>
            <a:r>
              <a:rPr lang="en-US" dirty="0"/>
              <a:t>Simple design with easy navigation</a:t>
            </a:r>
            <a:endParaRPr lang="en-IN" dirty="0"/>
          </a:p>
          <a:p>
            <a:r>
              <a:rPr lang="en-IN" dirty="0"/>
              <a:t>Multiple-choice questions with instant scores</a:t>
            </a:r>
          </a:p>
          <a:p>
            <a:r>
              <a:rPr lang="en-IN" dirty="0"/>
              <a:t>Card-flip and puzzle games</a:t>
            </a:r>
          </a:p>
          <a:p>
            <a:r>
              <a:rPr lang="en-US" dirty="0"/>
              <a:t>Shows results after each quiz/game (saved temporarily in browser)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2899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558800" y="9906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Link: 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https://github.com/capstoneteam107/capstone107.git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5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071FDB-8FD2-75B5-A208-A84A7CB72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02" y="1600196"/>
            <a:ext cx="10520736" cy="484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8900" y="11684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09600" indent="-457200">
              <a:spcBef>
                <a:spcPts val="0"/>
              </a:spcBef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Cook, D. A. (2007). Web-based learning: pros, cons and controversies. Clinical Medicine, 7(1), 37-42</a:t>
            </a:r>
          </a:p>
          <a:p>
            <a:pPr marL="609600" indent="-457200">
              <a:spcBef>
                <a:spcPts val="0"/>
              </a:spcBef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indent="-457200">
              <a:spcBef>
                <a:spcPts val="0"/>
              </a:spcBef>
              <a:buAutoNum type="arabicPeriod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Vlachopoulos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D., &amp;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Makri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A. (2017). The effect of games and simulations on higher education: a systematic literature review. International Journal of Educational Technology in Higher Education, 14(1).</a:t>
            </a:r>
          </a:p>
          <a:p>
            <a:pPr marL="609600" indent="-457200">
              <a:spcBef>
                <a:spcPts val="0"/>
              </a:spcBef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indent="-457200">
              <a:spcBef>
                <a:spcPts val="0"/>
              </a:spcBef>
              <a:buAutoNum type="arabicPeriod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Kefalis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C., &amp;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Drigas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A. (2019). Web Based and Online Applications in STEM Education. International Journal of Engineering Pedagogy, 9(4), 123-135</a:t>
            </a:r>
          </a:p>
          <a:p>
            <a:pPr marL="609600" indent="-457200">
              <a:spcBef>
                <a:spcPts val="0"/>
              </a:spcBef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indent="-457200">
              <a:spcBef>
                <a:spcPts val="0"/>
              </a:spcBef>
              <a:buAutoNum type="arabicPeriod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Drigas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A., &amp;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Karyotaki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M. (2016). Online and other ICT-based Training Tools for Problem-solving Skills. International Journal of Interactive Mobile Technologies, 11(6).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AA969E-6331-AE1E-CE6E-EE1419117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816" y="2505735"/>
            <a:ext cx="125258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565</Words>
  <Application>Microsoft Office PowerPoint</Application>
  <PresentationFormat>Widescreen</PresentationFormat>
  <Paragraphs>102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Bookman Old Style</vt:lpstr>
      <vt:lpstr>Cambria</vt:lpstr>
      <vt:lpstr>Verdana</vt:lpstr>
      <vt:lpstr>Wingdings</vt:lpstr>
      <vt:lpstr>Bioinformatics</vt:lpstr>
      <vt:lpstr>Student Innovation : “Interactive Smart Education Portal with Aptitude Quizzes, and Memory Games”</vt:lpstr>
      <vt:lpstr>Problem Statement Number:  PSCS_240 </vt:lpstr>
      <vt:lpstr>Content</vt:lpstr>
      <vt:lpstr>Abstract </vt:lpstr>
      <vt:lpstr>Objectives  </vt:lpstr>
      <vt:lpstr>Literature Survey</vt:lpstr>
      <vt:lpstr>Proposed Method &amp; Feasibility</vt:lpstr>
      <vt:lpstr>Proposed Method &amp; Feasibility</vt:lpstr>
      <vt:lpstr>Architecture Diagram</vt:lpstr>
      <vt:lpstr>Software Details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Welcome</cp:lastModifiedBy>
  <cp:revision>59</cp:revision>
  <dcterms:modified xsi:type="dcterms:W3CDTF">2025-11-30T02:14:51Z</dcterms:modified>
</cp:coreProperties>
</file>